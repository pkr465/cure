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Issues Found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 1</c:v>
                  </c:pt>
                  <c:pt idx="1">
                    <c:v>Run 2</c:v>
                  </c:pt>
                  <c:pt idx="2">
                    <c:v>Run 3</c:v>
                  </c:pt>
                  <c:pt idx="3">
                    <c:v>Run 4</c:v>
                  </c:pt>
                  <c:pt idx="4">
                    <c:v>Run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38</c:v>
                </c:pt>
                <c:pt idx="2">
                  <c:v>25</c:v>
                </c:pt>
                <c:pt idx="3">
                  <c:v>18</c:v>
                </c:pt>
                <c:pt idx="4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Issues Fixed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Run 1</c:v>
                  </c:pt>
                  <c:pt idx="1">
                    <c:v>Run 2</c:v>
                  </c:pt>
                  <c:pt idx="2">
                    <c:v>Run 3</c:v>
                  </c:pt>
                  <c:pt idx="3">
                    <c:v>Run 4</c:v>
                  </c:pt>
                  <c:pt idx="4">
                    <c:v>Run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22</c:v>
                </c:pt>
                <c:pt idx="3">
                  <c:v>16</c:v>
                </c:pt>
                <c:pt idx="4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CURE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Codebase Update &amp; Refactor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C/C++ Static Analysis, Code Review &amp; Automated Repair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8288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Executive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73152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5156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377440" y="1051560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C/C++ CVEs trace back to memory safety bugs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73152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1168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3-5x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377440" y="2011680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to fix defects found in production vs. development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80467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73152" cy="8046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7180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77440" y="2971800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engineering time spent on legacy code maintenance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8046720" cy="804672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931920"/>
            <a:ext cx="73152" cy="8046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31920"/>
            <a:ext cx="1463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377440" y="3931920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static analysis findings are false positives — wasted effort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CURE?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AI framework that analyzes, reviews, and repairs C/C++ codebases — combining deep static analysis with LLM intelligence and human oversight.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96596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783080"/>
            <a:ext cx="1965960" cy="6858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Static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Complexity, security, memory,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deadlocks, null ptrs, docs, quality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783080"/>
            <a:ext cx="196596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783080"/>
            <a:ext cx="1965960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17830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LLM-Powered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26517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Claude, GPT-4, Gemini or QGenie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semantic code analysis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783080"/>
            <a:ext cx="196596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783080"/>
            <a:ext cx="1965960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830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fixer with backups,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gates, and audit trail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95160" y="1783080"/>
            <a:ext cx="196596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995160" y="1783080"/>
            <a:ext cx="1965960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6995160" y="178308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the-Loop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26517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feedback, constraint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rules, RAG-augmented prompts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097280" cy="86868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417320" y="148132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54480" y="1051560"/>
            <a:ext cx="1097280" cy="868680"/>
          </a:xfrm>
          <a:prstGeom prst="rect">
            <a:avLst/>
          </a:prstGeom>
          <a:solidFill>
            <a:srgbClr val="2D3561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55448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51760" y="148132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88920" y="1051560"/>
            <a:ext cx="1097280" cy="8686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8892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86200" y="148132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051560"/>
            <a:ext cx="1097280" cy="86868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02336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48132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051560"/>
            <a:ext cx="1097280" cy="8686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48132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051560"/>
            <a:ext cx="1097280" cy="8686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89520" y="1481328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26680" y="1051560"/>
            <a:ext cx="1097280" cy="86868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26680" y="10515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2194560"/>
            <a:ext cx="3840480" cy="24688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Engine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26974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regex analyzers + 5 deep adapters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CCLS, Lizard, Flawfinder integration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Memory-efficient batch processing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LLM routing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 with overlap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94560"/>
            <a:ext cx="3840480" cy="24688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37760" y="2286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Persistence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37760" y="269748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 for embeddings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feedback store (persistent)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telemetry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Excel, JSON, NDJSON, HTML outputs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RAG-powered analysis chat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Analysis Modes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3566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3840480" cy="50292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Analysis Pipeline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7-phase workflow with LangGraph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built-in analyzers (regex-based)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report JSON + HTML dashboard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LLM enrichment per batch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graph + Mermaid diagrams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 ingestion for RAG chat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840480" cy="3566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3840480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LLM-Exclusive Mode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Per-file semantic LLM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chunking (12K chars, overlap)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logic for exact line mapping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adapters: Lizard + Flawfinder + CCLS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context injection (enums, structs)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Constraint-driven FP filtering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 Built-in Static Analyzers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10515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Style, naming, anti-patterns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00584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05840"/>
            <a:ext cx="64008" cy="10515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6616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Cyclomatic + cognitive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05840"/>
            <a:ext cx="6400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5087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CWE-mapped vulnerabilities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24028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240280"/>
            <a:ext cx="64008" cy="10515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coverage &amp; quality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24028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383280" y="2240280"/>
            <a:ext cx="64008" cy="10515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2" name="Text 20"/>
          <p:cNvSpPr/>
          <p:nvPr/>
        </p:nvSpPr>
        <p:spPr>
          <a:xfrm>
            <a:off x="356616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6616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Maintainability index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224028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2240280"/>
            <a:ext cx="64008" cy="105156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3317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Coverage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743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Test-related patterns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47472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47472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Deadlock Risk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3152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&amp; race conditions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47472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83280" y="3474720"/>
            <a:ext cx="64008" cy="10515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356616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Pointers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56616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dereference heuristics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217920" y="3474720"/>
            <a:ext cx="2651760" cy="10515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17920" y="3474720"/>
            <a:ext cx="64008" cy="10515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566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Safety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39776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overflow patterns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analyzers run in parallel batches with configurable memory limits and garbage collection.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Analysis Adapters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3474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Adapter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Backend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Fallback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AST Complexity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Lizard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cyclomatic complexity, nesting, params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 Scanner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Flawfinder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CWE-mapped vulns, 30+ dangerous 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Dead 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CCLS/libclang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BFS reachability from entry points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Call Graph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CCLS/libclang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Fan-in/out, cycles, God functions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Function Metrics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CCLS/libclang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Body LOC, templates, virtuals, overloads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---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adapters inherit from BaseStaticAdapter and return standardized results: score, grade, metrics, issues, details, tool_available.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Multi-Provider LLM 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51560"/>
            <a:ext cx="64008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Claude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0515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4, Claude 3.5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384048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828800"/>
            <a:ext cx="64008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QGenie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2.5-14B-1M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06040"/>
            <a:ext cx="384048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06040"/>
            <a:ext cx="64008" cy="64008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Vertex AI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606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84048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383280"/>
            <a:ext cx="64008" cy="6400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384048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Capabilities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37760" y="15544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code review per chunk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context injection per chunk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Constraint-injected prompts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multi-issue fixing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counting &amp; rate limiting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responses for UI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Hot-swap providers via config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Context-Aware LLM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HeaderContextBuilder parses dependency headers and injects type definitions into each LLM chunk to reduce false positives.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Include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Recursive #include path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with circular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&amp; depth limit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Header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057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 extraction of enums,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structs, macros, typedefs,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protos, externs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23774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Relevance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05740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Per-chunk token matching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priority-based budget</a:t>
            </a:r>
            <a:endParaRPr lang="en-US" sz="11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(enums &gt; macros &gt; structs)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Enum-Bounded Arrays: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34640" y="3886200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arr[WIFI_BAND_MAX] indexed by enum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408736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Macro-Defined Bounds: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34640" y="4087368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sized by #define MAX_LEN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288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 Field Validation: 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34640" y="4288536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Hardware-init structs always non-NULL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48970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Dereference (Embedded): 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834640" y="4489704"/>
            <a:ext cx="5943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Single-point API boundary validation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Human-in-the-Loop (HITL)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learning from human review decisions. Agents improve over successive runs.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Store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PostgreSQL-backed persistence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actions: FIX, SKIP, CONSTRAINTS, REVIEW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across runs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O(1) skip-history lookups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65176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371600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Rules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Markdown-based rule files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rules (filter FPs)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rules (fix guidance)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Per-file or global scope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2651760" cy="32004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71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Retriever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past feedback decisions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action priority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+ issue-type matching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Augments LLM prompts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Automated Code Repair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20040" cy="4572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058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005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JSONL directives from Excel review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320040" cy="457200"/>
          </a:xfrm>
          <a:prstGeom prst="rect">
            <a:avLst/>
          </a:prstGeom>
          <a:solidFill>
            <a:srgbClr val="2D35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60020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original files (shelved_backups/)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20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9456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issues by file for holistic fixing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3200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889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context-aware patches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20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3832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383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writes with anomaly detection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20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97764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977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report: FIXED / SKIPPED / FAILED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840480" cy="35661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Gates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15544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Pre-fix backup of every file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size anomaly detection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failure detection &amp; skip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writes prevent corruption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Dry-run mode for validation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Color-coded audit Excel report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 injection guides fixes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Interactive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Analyze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&amp; launch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runs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00584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97480" y="100584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16002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phase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&amp; logs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00584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00584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6002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review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feedback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100584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100584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0058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Fix &amp; QA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86600" y="160020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fixer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92608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Audit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history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exports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97480" y="292608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97480" y="292608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Constraints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88920" y="35204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editor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preview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19659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26080"/>
            <a:ext cx="1965960" cy="45720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92608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Telemetry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352044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trends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Streamlit. Thread-safe background workers. Queue-based log streaming.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Telemetry &amp; Observability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45720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03520" y="1005840"/>
            <a:ext cx="3474720" cy="3291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097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 Metrics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0" y="150876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counts, durations, status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by severity breakdown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success rates over time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usage (tokens, latency, cost)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Per-event granular logging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PostgreSQL-backed persistence</a:t>
            </a:r>
            <a:endParaRPr lang="en-US" sz="10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Silent, fire-and-forget design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 &amp; Configuration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384048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 Support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macOS: Homebrew (bootstrap_db.sh)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Linux: apt/dnf/yum (bootstrap_db.sh)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Windows: winget/choco (bootstrap_db.ps1)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pgvector detection &amp; source build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3840480" cy="21031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43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Configuration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 global_config.yaml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 interpolation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65+ mapped config keys</a:t>
            </a:r>
            <a:endParaRPr lang="en-US" sz="11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Backward compat with .env flat keys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046720" cy="1234440"/>
          </a:xfrm>
          <a:prstGeom prst="rect">
            <a:avLst/>
          </a:prstGeom>
          <a:solidFill>
            <a:srgbClr val="1A1F3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main.py --codebase-path /src --llm-exclusive --enable-adapters --enable-hitl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streamlit run ui/app.py                    # Launch interactive dashboard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fixer_workflow.py --excel out/detailed_code_review.xlsx --codebase-path /src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A1F3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Differentiators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402336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Constraint-Driven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Markdown rules eliminate false positives. Engineers define what to ignore and how to fix.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402336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0584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51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Architecture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for analysis, fixing, patching, and chat. Each optimized for its task.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402336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9456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Degradation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2560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without CCLS, Lizard, or Flawfinder. Regex fallbacks ensure analysis always runs.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02336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9456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HITL Learning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feedback store enables agents to improve from accumulated human decisions.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383280"/>
            <a:ext cx="402336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38328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Safety-First Repair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3749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writes, backups, anomaly detection, dry-run mode. Source code never corrupted.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383280"/>
            <a:ext cx="402336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383280"/>
            <a:ext cx="64008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429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3749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context injection gives LLM visibility into enums, structs, macros — slashing false positives.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 |  Confidential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858000" y="4709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 &amp; 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CURE transforms C/C++ codebase maintenance from a manual, error-prone process into an AI-assisted, constraint-driven workflow with full human oversight.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7680960" cy="36576"/>
          </a:xfrm>
          <a:prstGeom prst="rect">
            <a:avLst/>
          </a:prstGeom>
          <a:solidFill>
            <a:srgbClr val="0891B2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88036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deployment on target codebase (2-4 weeks)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constraint rules with domain engineers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with CI/CD pipeline for continuous analysis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adapter coverage (clang-tidy, cppcheck)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CURE - Codebase Update &amp; Refactor Engine</dc:title>
  <dc:subject>PptxGenJS Presentation</dc:subject>
  <dc:creator>CURE Team</dc:creator>
  <cp:lastModifiedBy>CURE Team</cp:lastModifiedBy>
  <cp:revision>1</cp:revision>
  <dcterms:created xsi:type="dcterms:W3CDTF">2026-02-19T00:24:39Z</dcterms:created>
  <dcterms:modified xsi:type="dcterms:W3CDTF">2026-02-19T00:24:39Z</dcterms:modified>
</cp:coreProperties>
</file>